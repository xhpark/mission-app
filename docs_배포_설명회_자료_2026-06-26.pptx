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8B5E22"/>
                </a:solidFill>
                <a:latin typeface="맑은 고딕"/>
              </a:rPr>
              <a:t>mission_app 학습자 배포 설명회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102033"/>
                </a:solidFill>
                <a:latin typeface="맑은 고딕"/>
              </a:rPr>
              <a:t>태국어 선교 학습 앱 — 사용법 안내 및 배포 전 점검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4B5F70"/>
                </a:solidFill>
                <a:latin typeface="맑은 고딕"/>
              </a:rPr>
              <a:t>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B5E22"/>
                </a:solidFill>
                <a:latin typeface="맑은 고딕"/>
              </a:rPr>
              <a:t>오늘 안내할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배포 전 준비 체크리스트 (관리자용)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앱 설치 방법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계정 만들기 → 관리자 승인 → 로그인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학습 선택 화면 핵심 요소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학습 → 테스트 → 리포트 제출 흐름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자주 발생하는 문제와 대처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B5F70"/>
                </a:solidFill>
                <a:latin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55E75"/>
                </a:solidFill>
                <a:latin typeface="맑은 고딕"/>
              </a:rPr>
              <a:t>배포 전 준비 체크리스트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102033"/>
                </a:solidFill>
                <a:latin typeface="맑은 고딕"/>
              </a:rPr>
              <a:t>• APK 배포 경로 확정 — 어디서 설치 파일을 받게 할지(링크/카카오톡/USB 등)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02033"/>
                </a:solidFill>
                <a:latin typeface="맑은 고딕"/>
              </a:rPr>
              <a:t>• "출처를 알 수 없는 앱" 설치 허용 방법을 미리 캡처/안내 자료로 준비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02033"/>
                </a:solidFill>
                <a:latin typeface="맑은 고딕"/>
              </a:rPr>
              <a:t>• 서버(Cloud Functions) 최신 배포 확인 — 오늘의 링크/클릭 집계 기능 포함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02033"/>
                </a:solidFill>
                <a:latin typeface="맑은 고딕"/>
              </a:rPr>
              <a:t>• Firestore 보안 규칙 최신 배포 확인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02033"/>
                </a:solidFill>
                <a:latin typeface="맑은 고딕"/>
              </a:rPr>
              <a:t>• 관리자 본인 계정이 관리자 권한으로 정상 동작하는지 사전 점검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B5F70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55E75"/>
                </a:solidFill>
                <a:latin typeface="맑은 고딕"/>
              </a:rPr>
              <a:t>배포 전 준비 체크리스트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"오늘의 학습과 복습" 링크를 며칠 분량 미리 등록 — 관리자 대시보드의 일괄 등록 기능 활용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학습자 명단(이름·전화번호) 사전 확보 — 가입 승인 매칭에 필요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현장 Wi-Fi/데이터 환경 확인 — 로그인·리포트 제출에 인터넷 필요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말하기 평가용 음성 인식 모델 사전 다운로드 안내 — Wi-Fi에서 미리 받아두면 현장에서 빠름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테스트 계정으로 전체 흐름 1회 리허설: 가입 → 승인 → 로그인 → 학습 → 테스트 → 리포트 제출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B5F70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55E75"/>
                </a:solidFill>
                <a:latin typeface="맑은 고딕"/>
              </a:rPr>
              <a:t>배포 전 준비 체크리스트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102033"/>
                </a:solidFill>
                <a:latin typeface="맑은 고딕"/>
              </a:rPr>
              <a:t>• 비밀번호 재설정 메일이 스팸함에 들어갈 수 있음을 안내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02033"/>
                </a:solidFill>
                <a:latin typeface="맑은 고딕"/>
              </a:rPr>
              <a:t>• 관리자 연락처(문의처)를 학습자에게 미리 공유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02033"/>
                </a:solidFill>
                <a:latin typeface="맑은 고딕"/>
              </a:rPr>
              <a:t>• 승인 대기 알림을 누가, 얼마나 자주 확인할지 담당자 지정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02033"/>
                </a:solidFill>
                <a:latin typeface="맑은 고딕"/>
              </a:rPr>
              <a:t>• 리포트 미제출 학습자를 누가 챙길지(관리 동선) 결정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B5F70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B5E22"/>
                </a:solidFill>
                <a:latin typeface="맑은 고딕"/>
              </a:rPr>
              <a:t>1. 앱 설치하기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관리자가 보내준 설치 파일(.apk) 링크 받기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링크를 눌러 다운로드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"출처를 알 수 없는 앱" 경고 시 → 설정에서 허용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설치 후 홈 화면에서 mission_app 아이콘 실행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B5F70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B5E22"/>
                </a:solidFill>
                <a:latin typeface="맑은 고딕"/>
              </a:rPr>
              <a:t>2. 계정 만들기 → 관리자 승인 → 로그인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계정 만들기: 이름 / 전화번호 / 이메일 / 비밀번호(6자 이상)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가입 즉시 자동 로그인 → "승인 대기" 화면으로 이동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102033"/>
                </a:solidFill>
                <a:latin typeface="맑은 고딕"/>
              </a:rPr>
              <a:t>– 관리자가 대시보드에서 승인해야 학습 시작 가능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승인 후: 이메일/비밀번호로 로그인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102033"/>
                </a:solidFill>
                <a:latin typeface="맑은 고딕"/>
              </a:rPr>
              <a:t>– 비밀번호를 잊으면 "이메일/비밀번호를 잊으셨나요?"에서 재설정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B5F70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B5E22"/>
                </a:solidFill>
                <a:latin typeface="맑은 고딕"/>
              </a:rPr>
              <a:t>3. 학습 선택 화면 핵심 요소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오늘의 학습과 복습 (맨 위) — 매일 바뀌는 추가 자료, 진도와 무관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학습 선택 — 일상 회화 / 선교 언어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난이도 선택 — 초급 / 중급 / 고급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학습모드 선택 — 문장·플래시 단어·플래시 문장 × 학습/테스트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음성 인식 선택 — 서버 우선 / 폰 전용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학습 시작 버튼으로 진입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B5F70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B5E22"/>
                </a:solidFill>
                <a:latin typeface="맑은 고딕"/>
              </a:rPr>
              <a:t>4. 학습 → 테스트 → 리포트 제출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학습: 듣기 → 따라 말하기 → 다음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(플래시 학습 후) 선택형 테스트 / 말하기 테스트 / 다시 학습 중 선택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테스트: 선택형(보기 고르기) → 말하기(직접 말하고 평가)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학습 요약 확인 → 리포트 제출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102033"/>
                </a:solidFill>
                <a:latin typeface="맑은 고딕"/>
              </a:rPr>
              <a:t>– 리포트를 제출해야 그날 학습이 기록됨 — 반드시 끝까지 제출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B5F70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B5E22"/>
                </a:solidFill>
                <a:latin typeface="맑은 고딕"/>
              </a:rPr>
              <a:t>5. 자주 발생하는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로그인 안 됨 → 이메일/비밀번호, 인터넷 연결 확인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"승인 대기"에서 안 넘어감 → 관리자에게 승인 요청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"이용 제한"/"학습 시작 제한" → 관리자에게 문의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오늘의 링크가 안 열림 → 미등록이면 정상, 그 외엔 인터넷 확인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리포트 제출 실패 → 인터넷 확인 후 재시도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02033"/>
                </a:solidFill>
                <a:latin typeface="맑은 고딕"/>
              </a:rPr>
              <a:t>• 말하기 평가가 이상함 → 음성 인식을 "서버 우선"으로 변경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B5F70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8B5E22"/>
                </a:solidFill>
                <a:latin typeface="맑은 고딕"/>
              </a:rP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102033"/>
                </a:solidFill>
                <a:latin typeface="맑은 고딕"/>
              </a:rPr>
              <a:t>문의: 관리자(인솔자)에게 직접 연락해 주세요.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